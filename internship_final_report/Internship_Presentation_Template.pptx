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1">
                <a:solidFill>
                  <a:srgbClr val="4F3025"/>
                </a:solidFill>
                <a:latin typeface="Arial"/>
              </a:defRPr>
            </a:pPr>
            <a:r>
              <a:t>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0"/>
            <a:ext cx="2286000" cy="137160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3657600"/>
            <a:ext cx="1097280" cy="1097280"/>
          </a:xfrm>
          <a:prstGeom prst="ellipse">
            <a:avLst/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4572000" cy="22860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3025"/>
                </a:solidFill>
                <a:latin typeface="Arial"/>
              </a:defRPr>
            </a:pPr>
            <a:r>
              <a:t>AI/ML INTERNSHIP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0" b="1">
                <a:solidFill>
                  <a:srgbClr val="4F3025"/>
                </a:solidFill>
                <a:latin typeface="Arial"/>
              </a:defRPr>
            </a:pPr>
            <a:r>
              <a:t>INTERNSHIP</a:t>
            </a:r>
            <a:br/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3025"/>
                </a:solidFill>
                <a:latin typeface="Arial"/>
              </a:defRPr>
            </a:pPr>
            <a:r>
              <a:t>A Reflective Overview of My Learning</a:t>
            </a:r>
            <a:br/>
            <a:r>
              <a:t>Experience and Professional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Presented by: Prateek Vijay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0" y="457200"/>
            <a:ext cx="5029200" cy="5943600"/>
          </a:xfrm>
          <a:prstGeom prst="roundRect">
            <a:avLst>
              <a:gd name="adj" fmla="val 1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5943600" cy="182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F3025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My 6-week intensive AI internship was a valuable opportunity to experience real-world machine learning challenges in a professional environment.</a:t>
            </a:r>
            <a:br/>
            <a:br/>
            <a:r>
              <a:t>Over the course of the program, I worked closely with industry tools to develop practical skills that enhanced my academic background.</a:t>
            </a:r>
            <a:br/>
            <a:br/>
            <a:r>
              <a:t>This presentation outlines the key aspects of my projects, what I learned, and how the internship shaped my understanding of AI system lifecycles.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4F3025"/>
                </a:solidFill>
                <a:latin typeface="Arial"/>
              </a:defRPr>
            </a:pPr>
            <a:r>
              <a:t>OBJECTIVES</a:t>
            </a:r>
            <a:br/>
            <a:r>
              <a:t>OF THE</a:t>
            </a:r>
            <a:br/>
            <a:r>
              <a:t>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The internship was designed to bridge the gap between academic theory and AI in production reality. It offered a chance to explore how data science functions in practice and to identify the skills necessary for success in the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84048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Apply university knowledge in a real business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75488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Gain insight into machine learning pipelines and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66928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Enhance professional coding, deployment and monitoring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4F3025"/>
                </a:solidFill>
                <a:latin typeface="Arial"/>
              </a:defRPr>
            </a:pPr>
            <a:r>
              <a:t>PROJECT</a:t>
            </a:r>
            <a:br/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The internship was structured to simulate the complete lifecycle of an AI project. Its systematic structure provided an ideal space to understand how AI solutions are developed and delivered.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41148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4297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Spans from initial planning and feasibility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41148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4297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Involves thorough data preprocessing and tuning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54864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Deploys models to production via FastAPI &amp;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5486400"/>
            <a:ext cx="2743200" cy="109728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5669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F3025"/>
                </a:solidFill>
                <a:latin typeface="Arial"/>
              </a:defRPr>
            </a:pPr>
            <a:r>
              <a:t>Emphasizes fairness, explainability, and ethics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F3025"/>
                </a:solidFill>
                <a:latin typeface="Arial"/>
              </a:defRPr>
            </a:pPr>
            <a:r>
              <a:t>INTERNSHIP</a:t>
            </a:r>
            <a:br/>
            <a:r>
              <a:t>TASKS AND</a:t>
            </a:r>
            <a:br/>
            <a:r>
              <a:t>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Throughout my internship, I was actively involved in daily operations and strategic projects. I had the opportunity to contribute to both internal planning and technical implementations.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Assisted in planning and data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6576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Created Random Forest and Gradient Boosting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Participated in generating SHAP and LIME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75488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F3025"/>
                </a:solidFill>
                <a:latin typeface="Arial"/>
              </a:defRPr>
            </a:pPr>
            <a:r>
              <a:t>Compiled ethics reports to measure model fairness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>
              <a:gd name="adj" fmla="val 1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4F3025"/>
                </a:solidFill>
                <a:latin typeface="Arial"/>
              </a:defRPr>
            </a:pPr>
            <a:r>
              <a:t>SKILLS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F3025"/>
                </a:solidFill>
                <a:latin typeface="Arial"/>
              </a:defRPr>
            </a:pPr>
            <a:r>
              <a:t>My time during the internship allowed me to strengthen both technical and professional skills. I became more confident in using data science tools for machine learning, improved my coding and architecture abilities, and developed a better understanding of AI lifecycle management.</a:t>
            </a:r>
            <a:br/>
            <a:br/>
            <a:r>
              <a:t>Working in a professional setting also taught me the importance of time management, rigorous testing, and ethical communication within a software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One of the main challenges I encountered was adjusting to the fast paced rhythm of an AI engineering lifecycle. Deadlines were tight, and projects often shifted in direction.</a:t>
            </a:r>
            <a:br/>
            <a:br/>
            <a:r>
              <a:t>I learned to manage stress under pressure, quickly adapt to new tools like Docker and FastAPI, and communicate clearly when needing clarification. These experiences pushed me to grow in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F3025"/>
                </a:solidFill>
                <a:latin typeface="Arial"/>
              </a:defRPr>
            </a:pPr>
            <a:r>
              <a:t>CHALLENGES</a:t>
            </a:r>
            <a:br/>
            <a:r>
              <a:t>FACED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5486400"/>
            <a:ext cx="731520" cy="731520"/>
          </a:xfrm>
          <a:prstGeom prst="ellipse">
            <a:avLst/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0"/>
            <a:ext cx="5029200" cy="228600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Throughout my internship, I discovered the real value of being part of a professional AI environment. Beyond technical knowledge, I learned the importance of model transparency, responsibility, and ongoing curiosity in a workplace 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Applying theory to production helps identify real world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AI engineering requires both rigorous testing and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Fairness and ethics audits are essential for model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 b="1">
                <a:solidFill>
                  <a:srgbClr val="4F3025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3657600" cy="2286000"/>
          </a:xfrm>
          <a:prstGeom prst="roundRect">
            <a:avLst>
              <a:gd name="adj" fmla="val 20000"/>
            </a:avLst>
          </a:prstGeom>
          <a:solidFill>
            <a:srgbClr val="F0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Completing this internship was a pivotal step in my academic and professional development. It offered clarity about my career interests and equipped me with experiences that I can carry into any future 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914400"/>
            <a:ext cx="4114800" cy="5029200"/>
          </a:xfrm>
          <a:prstGeom prst="roundRect">
            <a:avLst>
              <a:gd name="adj" fmla="val 20000"/>
            </a:avLst>
          </a:prstGeom>
          <a:solidFill>
            <a:srgbClr val="E77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Internships are key to understanding production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Practical exposure enhances classroom ML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7490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Confidence grows through active deployment and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937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3025"/>
                </a:solidFill>
                <a:latin typeface="Arial"/>
              </a:defRPr>
            </a:pPr>
            <a:r>
              <a:t>AI environments require ethical accountability and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4F3025"/>
                </a:solidFill>
                <a:latin typeface="Arial"/>
              </a:defRPr>
            </a:pPr>
            <a:r>
              <a:t>THANK YOU</a:t>
            </a:r>
            <a:br/>
            <a:r>
              <a:t>FOR YOUR</a:t>
            </a:r>
            <a:br/>
            <a:r>
              <a:t>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prateek@example.com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www.github.com/prateek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3025"/>
                </a:solidFill>
                <a:latin typeface="Arial"/>
              </a:defRPr>
            </a:pPr>
            <a:r>
              <a:t>+123-456-7890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